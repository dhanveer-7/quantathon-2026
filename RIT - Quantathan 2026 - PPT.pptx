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84611-C05A-4FE0-9E94-CECBDE5B39B4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D5657-429F-4937-8DBC-7A2164C32DA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DD5657-429F-4937-8DBC-7A2164C32DAC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8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2322" y="-214314"/>
            <a:ext cx="2071678" cy="2071678"/>
          </a:xfrm>
          <a:prstGeom prst="rect">
            <a:avLst/>
          </a:prstGeom>
          <a:noFill/>
        </p:spPr>
      </p:pic>
      <p:pic>
        <p:nvPicPr>
          <p:cNvPr id="7" name="Picture 6" descr="RIT white 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" y="0"/>
            <a:ext cx="5000628" cy="129119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072074"/>
            <a:ext cx="3071833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Rajdhani"/>
              </a:defRPr>
            </a:pPr>
            <a:r>
              <a:t>Q-GUARD AI</a:t>
            </a:r>
          </a:p>
          <a:p>
            <a:pPr>
              <a:defRPr sz="3600" b="1">
                <a:solidFill>
                  <a:srgbClr val="00D4FF"/>
                </a:solidFill>
                <a:latin typeface="Rajdhani"/>
              </a:defRPr>
            </a:pPr>
            <a:r>
              <a:t>Multi-Agent Quantum Fraud Intelligence</a:t>
            </a:r>
          </a:p>
        </p:txBody>
      </p:sp>
      <p:pic>
        <p:nvPicPr>
          <p:cNvPr id="1029" name="Picture 5" descr="C:\Users\Admin\Downloads\IBM_logo.svg.png"/>
          <p:cNvPicPr>
            <a:picLocks noChangeAspect="1" noChangeArrowheads="1"/>
          </p:cNvPicPr>
          <p:nvPr/>
        </p:nvPicPr>
        <p:blipFill>
          <a:blip r:embed="rId5" cstate="print">
            <a:lum bright="40000"/>
          </a:blip>
          <a:srcRect/>
          <a:stretch>
            <a:fillRect/>
          </a:stretch>
        </p:blipFill>
        <p:spPr bwMode="auto">
          <a:xfrm>
            <a:off x="6588224" y="5885112"/>
            <a:ext cx="1285884" cy="480868"/>
          </a:xfrm>
          <a:prstGeom prst="rect">
            <a:avLst/>
          </a:prstGeom>
          <a:noFill/>
        </p:spPr>
      </p:pic>
      <p:pic>
        <p:nvPicPr>
          <p:cNvPr id="1030" name="Picture 6" descr="C:\Users\Admin\Downloads\logo-nqm.png"/>
          <p:cNvPicPr>
            <a:picLocks noChangeAspect="1" noChangeArrowheads="1"/>
          </p:cNvPicPr>
          <p:nvPr/>
        </p:nvPicPr>
        <p:blipFill>
          <a:blip r:embed="rId6">
            <a:lum bright="70000" contrast="-70000"/>
          </a:blip>
          <a:srcRect/>
          <a:stretch>
            <a:fillRect/>
          </a:stretch>
        </p:blipFill>
        <p:spPr bwMode="auto">
          <a:xfrm>
            <a:off x="5214942" y="5572140"/>
            <a:ext cx="1000132" cy="1106813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142876" y="5572140"/>
            <a:ext cx="450056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>
              <a:defRPr sz="1400" b="1">
                <a:solidFill>
                  <a:srgbClr val="00FF9D"/>
                </a:solidFill>
                <a:latin typeface="Exo 2"/>
              </a:defRPr>
            </a:pPr>
            <a:r>
              <a:t>Team Schrödinger’s Coders</a:t>
            </a:r>
          </a:p>
          <a:p>
            <a:pPr>
              <a:defRPr sz="1400" b="1">
                <a:solidFill>
                  <a:srgbClr val="00FF9D"/>
                </a:solidFill>
                <a:latin typeface="Exo 2"/>
              </a:defRPr>
            </a:pPr>
            <a:r>
              <a:t>Members: Dhinith Pragalyan, Dhanveer M, Venkatesan S, Elamaran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2844" y="6000768"/>
            <a:ext cx="492922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Share Tech Mono"/>
              </a:defRPr>
            </a:pPr>
            <a:r>
              <a:t>RIT Chennai — Quantathan 2026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5763447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Rajdhani"/>
              </a:defRPr>
            </a:pPr>
            <a:r>
              <a:t>1. PROBLEM STATEMENT (QT-2.8)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Classical ML models check transactions in isolation, missing temporal loops.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High False Positive rates annoy regular customers, increasing churn and operational friction.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Regulatory compliance (RBI/Central Bank) requires Explainable AI (XAI) parameters.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Coordinated attacks (Mule Rings, shared device farms) bypass linear threshold rules.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Solution: Q-Guard AI combines Multi-Agent intelligence with a Quantum Optimization layer.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Q-GUARD ARCHITECTURE: MULTI-AGENT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User Behavior Agent: Analyzes daily spending limit fractions and time deviation.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Device Intelligence Agent: Detects OS versions, emulators, and device trust rating.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Merchant Rating Agent: Assesses merchant category hazard and chargeback rates.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Network Intelligence Agent: Monitors VPN usage, proxy IPs, and impossible travel.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Benefit: Decentralized analysis captures separate threat layers simultaneously.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QUANTUM WEIGHT OPTIMIZATION (QML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State Encoding: Maps the 4 Agent risk variables directly to 4 Qubits (Q0 to Q3).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Entangling Circuit: Employs a Ring CNOT entangler to learn inter-agent correlations.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Dynamic Weighting: Aggregates risk dynamically based on Qubit Z-coordinate excitation.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Bloch Projections: Agent weights are proportional to excitation (Weight = 1.0 - Z).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Benefit: Captures non-linear threat vectors using 90% fewer parameters than classical NN.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ADAPTIVE CONTEXT THRESHOLD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Standard Thresholds: Traditional banks use static 80% limits (high friction).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Adaptive Threshold: Q-Guard shifts limits dynamically based on transaction context.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Late Night Hour Window (12 AM - 5 AM): Threshold drops to 65% (restrictive).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High chargeback Merchant Terminal: Threshold drops to 58% (highly secure).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Trusted Regular Customer: Threshold rises to 95% (minimizes customer friction).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SELF-EXPLAINABLE AI &amp; MITIGATION CHECKLISTS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Self-Explainable AI (XAI): Translates VQC state vectors into warning logs.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Auditable Compliance: Outlines exactly why an agent triggered the transaction block.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Fraud Strategy Advisor: Recommends progressive mitigation checklists instead of binary blocks.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Mitigation Checklist: Request Face Authentication, Require SMS OTP, or Hold payout.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Benefit: Reduces manual review audit delays and matches regulatory frameworks.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SCALABILITY &amp; DATABASE PIPELINE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quarter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Kaggle Database: Integrated with 3,000 real-world transaction logs (IEEE-CIS).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MongoDB Integration: Stores transactions and quantum telemetry in indexed collections.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FastAPI REST endpoints: Exposes VQC coordinates, dynamic weights, and strategies.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Vercel Deployment: Standalone HTML visualizer deployed live on cloud static servers.</a:t>
            </a:r>
          </a:p>
          <a:p>
            <a:pPr>
              <a:spcAft>
                <a:spcPts val="1200"/>
              </a:spcAft>
              <a:defRPr sz="1600">
                <a:solidFill>
                  <a:srgbClr val="DCF0FF"/>
                </a:solidFill>
              </a:defRPr>
            </a:pPr>
            <a:r>
              <a:t>• Result: A scalable, production-grade Quantum-Graph system ready for deployment.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61</TotalTime>
  <Words>21</Words>
  <Application>Microsoft Office PowerPoint</Application>
  <PresentationFormat>On-screen Show (4:3)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Calibri</vt:lpstr>
      <vt:lpstr>Georgia</vt:lpstr>
      <vt:lpstr>Wingdings</vt:lpstr>
      <vt:lpstr>Wingdings 2</vt:lpstr>
      <vt:lpstr>Civic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9</cp:revision>
  <dcterms:created xsi:type="dcterms:W3CDTF">2026-06-25T14:12:27Z</dcterms:created>
  <dcterms:modified xsi:type="dcterms:W3CDTF">2026-06-25T17:33:27Z</dcterms:modified>
</cp:coreProperties>
</file>